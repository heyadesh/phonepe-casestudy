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8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desh Dhikale" userId="7b1387513de2e251" providerId="LiveId" clId="{C48429BB-0C70-48EC-AE60-13829301EB8C}"/>
    <pc:docChg chg="undo custSel modSld">
      <pc:chgData name="Aadesh Dhikale" userId="7b1387513de2e251" providerId="LiveId" clId="{C48429BB-0C70-48EC-AE60-13829301EB8C}" dt="2026-09-06T13:34:35.841" v="12" actId="1076"/>
      <pc:docMkLst>
        <pc:docMk/>
      </pc:docMkLst>
      <pc:sldChg chg="addSp delSp modSp mod">
        <pc:chgData name="Aadesh Dhikale" userId="7b1387513de2e251" providerId="LiveId" clId="{C48429BB-0C70-48EC-AE60-13829301EB8C}" dt="2026-09-06T13:34:35.841" v="12" actId="1076"/>
        <pc:sldMkLst>
          <pc:docMk/>
          <pc:sldMk cId="0" sldId="256"/>
        </pc:sldMkLst>
        <pc:spChg chg="mod">
          <ac:chgData name="Aadesh Dhikale" userId="7b1387513de2e251" providerId="LiveId" clId="{C48429BB-0C70-48EC-AE60-13829301EB8C}" dt="2026-09-06T13:34:27.017" v="10" actId="1076"/>
          <ac:spMkLst>
            <pc:docMk/>
            <pc:sldMk cId="0" sldId="256"/>
            <ac:spMk id="6" creationId="{00000000-0000-0000-0000-000000000000}"/>
          </ac:spMkLst>
        </pc:spChg>
        <pc:picChg chg="add del mod">
          <ac:chgData name="Aadesh Dhikale" userId="7b1387513de2e251" providerId="LiveId" clId="{C48429BB-0C70-48EC-AE60-13829301EB8C}" dt="2026-09-06T13:34:08.220" v="4" actId="22"/>
          <ac:picMkLst>
            <pc:docMk/>
            <pc:sldMk cId="0" sldId="256"/>
            <ac:picMk id="8" creationId="{9D4A6D3B-9225-FD8A-6954-ABC5B6A1A74B}"/>
          </ac:picMkLst>
        </pc:picChg>
        <pc:picChg chg="add mod">
          <ac:chgData name="Aadesh Dhikale" userId="7b1387513de2e251" providerId="LiveId" clId="{C48429BB-0C70-48EC-AE60-13829301EB8C}" dt="2026-09-06T13:34:35.841" v="12" actId="1076"/>
          <ac:picMkLst>
            <pc:docMk/>
            <pc:sldMk cId="0" sldId="256"/>
            <ac:picMk id="9" creationId="{6801ECA0-0206-DF8E-BBBF-FC9912A9E31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154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F25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PHONEPE  · 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 rot="-720000">
            <a:off x="-365760" y="22860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8C5C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REJECTED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“As a user, I want to split bills so that it is easier.”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F2E9F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real user story, submitted for a live feature. Here's everything wrong with it.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726498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SWIPE TO SEE WHY  →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001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F2E9F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PHONEPE CASE STUDY  |  AADESH DHIKALE</a:t>
            </a:r>
            <a:endParaRPr lang="en-US" sz="1100" dirty="0"/>
          </a:p>
        </p:txBody>
      </p:sp>
      <p:pic>
        <p:nvPicPr>
          <p:cNvPr id="9" name="Picture 8" descr="Stickers – Avenir Printers">
            <a:extLst>
              <a:ext uri="{FF2B5EF4-FFF2-40B4-BE49-F238E27FC236}">
                <a16:creationId xmlns:a16="http://schemas.microsoft.com/office/drawing/2014/main" id="{6801ECA0-0206-DF8E-BBBF-FC9912A9E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239" y="5242632"/>
            <a:ext cx="2037522" cy="20375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5F259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PHONEPE  · 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5F259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teams walked in with three different features.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2E9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13055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🧩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one had framed the problem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37560" y="19659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2E9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213055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⚠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697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Compliance flagged unresolved UPI limits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2E9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8679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📏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434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 wanted scope locked pre-sprint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337560" y="370332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2E9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37560" y="38679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✍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4434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junior PM already wrote user stories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806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B6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There was energy and intent. What was missing was alignment.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8092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6B6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PHONEPE CASE STUDY  |  AADESH DHIKALE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F25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PHONEPE  · 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problem wasn't ‘no bill-splitting feature.’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5852160" cy="594360"/>
          </a:xfrm>
          <a:prstGeom prst="roundRect">
            <a:avLst>
              <a:gd name="adj" fmla="val 18462"/>
            </a:avLst>
          </a:prstGeom>
          <a:solidFill>
            <a:srgbClr val="F2E9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0574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5F259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TEDIOUS   ·   UNTRACKABLE   ·   NO REMINDERS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5778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108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 TO BE DONE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747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5F259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“When I split an expense with my group, I want to track who's paid, so I don't have to chase anyone.”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1663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F2E9F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Especially for 18–35-year-olds splitting rent, trips, and dining with the same group, again and again.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001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F2E9F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PHONEPE CASE STUDY  |  AADESH DHIKALE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5F259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PHONEPE  · 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5F259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good user story sits between ‘too vague’ and ‘too much.’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788920" cy="4709160"/>
          </a:xfrm>
          <a:prstGeom prst="roundRect">
            <a:avLst>
              <a:gd name="adj" fmla="val 3934"/>
            </a:avLst>
          </a:prstGeom>
          <a:solidFill>
            <a:srgbClr val="F2E9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6B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 VAGUE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“As a user, I want to split bills so that it is easier.”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776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 persona</a:t>
            </a:r>
            <a:endParaRPr lang="en-US" sz="13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 clear outcome</a:t>
            </a:r>
            <a:endParaRPr lang="en-US" sz="13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Not testable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11880" y="1874520"/>
            <a:ext cx="2788920" cy="4709160"/>
          </a:xfrm>
          <a:prstGeom prst="roundRect">
            <a:avLst>
              <a:gd name="adj" fmla="val 3934"/>
            </a:avLst>
          </a:prstGeom>
          <a:solidFill>
            <a:srgbClr val="5F25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94760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E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READY FOR DEV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42316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“As a user, I want a bill-split feature in the app so I can divide expenses easily and accurately within a group.”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4760" y="4434840"/>
            <a:ext cx="2423160" cy="1965960"/>
          </a:xfrm>
          <a:prstGeom prst="roundRect">
            <a:avLst>
              <a:gd name="adj" fmla="val 5581"/>
            </a:avLst>
          </a:prstGeom>
          <a:solidFill>
            <a:srgbClr val="744B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31920" y="4572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2E9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ACCEPTANCE CRITERIA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489204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Given a bill ≤ ₹50,000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When &gt;1 person is included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Then it splits accurately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63240" y="3977640"/>
            <a:ext cx="5486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9050">
            <a:solidFill>
              <a:srgbClr val="5F259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4059936"/>
            <a:ext cx="457200" cy="329184"/>
          </a:xfrm>
          <a:prstGeom prst="rightArrow">
            <a:avLst/>
          </a:prstGeom>
          <a:solidFill>
            <a:srgbClr val="5F259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8092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6B6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PHONEPE CASE STUDY  |  AADESH DHIKALE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F25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PHONEPE  · 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202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Alignment before requirements. Requirements before code.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F2E9F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Partial payments, deep UPI sync, and AI-based suggestions all got pushed to later releases — not because they're bad ideas, but because they weren't the problem in front of us.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492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the worst user story you've ever had to rewrite?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001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F2E9F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PHONEPE CASE STUDY  |  AADESH DHIKALE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344</Words>
  <Application>Microsoft Office PowerPoint</Application>
  <PresentationFormat>Custom</PresentationFormat>
  <Paragraphs>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Poppins</vt:lpstr>
      <vt:lpstr>Poppins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Aadesh Dhikale</cp:lastModifiedBy>
  <cp:revision>1</cp:revision>
  <dcterms:created xsi:type="dcterms:W3CDTF">2026-09-06T13:31:09Z</dcterms:created>
  <dcterms:modified xsi:type="dcterms:W3CDTF">2026-09-06T13:34:40Z</dcterms:modified>
</cp:coreProperties>
</file>